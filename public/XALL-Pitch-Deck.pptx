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bubble3D val="0"/>
            <c:spPr>
              <a:solidFill>
                <a:srgbClr val="2A8C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Marketing &amp; UA</c:v>
                </c:pt>
                <c:pt idx="2">
                  <c:v>Content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XALL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Financial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xQuit  &gt;  xTree  &gt;  XALL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Hudda  | 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traders lose money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220M+ demat accounts in India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92024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active F&amp;O traders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2.88 TRILLION lost (FY22-25)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show addictive trading patterns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apps blocked by government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addiction flagged as public health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a discipline problem.
</a:t>
            </a:r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dopamine loop."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Perfect Storm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derivatives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(2018) &gt; 41% (2024)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647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276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global options share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6276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all equity options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951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579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growth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1579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39M &gt; 220M+ in 5 years (4x)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33472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254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883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68833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 trading disorder parallels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163824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558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186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32186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Disorder Scale published (2025)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694176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862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49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of Indian adults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24528"/>
            <a:ext cx="786384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4165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279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279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Gaming Regulation Act 2025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Personal Financial Agent for Every Individual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463040"/>
          </a:xfrm>
          <a:prstGeom prst="rect">
            <a:avLst/>
          </a:prstGeom>
          <a:solidFill>
            <a:srgbClr val="1A1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xQuit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addiction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56032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xTree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grow wealth wisely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XALL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personal finance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28803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XALL Agent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transactions (bank, UPI, crypto, securities). Learns spending patterns.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tax optimization, budgeting, and financial planning.</a:t>
            </a:r>
            <a:endParaRPr lang="en-US" sz="13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locally - not even the government sees your data.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money  &gt;  Quitting bad habits  &gt;  Growing wealth  &gt;  Financial autonomy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xQuit.in 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 Break Free from Compulsive Trading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6-day CBT-based recovery program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Science-backed: dopamine loop rewiring, urge surfing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assessment with tailored daily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personalized affirmations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dark mode, privacy-first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6-Day Journey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Dopamine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8288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Deceptions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22860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Reasons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7432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Withdrawal Myth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Quit 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657600"/>
            <a:ext cx="34747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New Life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by: Stanford Addiction Medicine  |  DSM-5  |  Kahneman's Behavioral Economics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Funnel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solidFill>
            <a:srgbClr val="1A1A1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xQuit (Free)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users at their most painful moment - trading losses. Free, science-backed recovery.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148840"/>
            <a:ext cx="5852160" cy="868680"/>
          </a:xfrm>
          <a:prstGeom prst="rect">
            <a:avLst/>
          </a:prstGeom>
          <a:solidFill>
            <a:srgbClr val="1A1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 (Freemium)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recovered users to financial education. Build real skills with gold, oil basics.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3200400"/>
            <a:ext cx="4389120" cy="868680"/>
          </a:xfrm>
          <a:prstGeom prst="rect">
            <a:avLst/>
          </a:prstGeom>
          <a:solidFill>
            <a:srgbClr val="1A1A1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XALL (Premium)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personal finance agent. High willingness to pay - these users already lost big.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TAM: 93% of 10M+ traders = 9.3M potential xQuit users in India alone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Size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2103120"/>
          </a:xfrm>
          <a:prstGeom prst="rect">
            <a:avLst/>
          </a:prstGeom>
          <a:solidFill>
            <a:srgbClr val="1A1A1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 holders in India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$31.7B global personal finance app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2103120"/>
          </a:xfrm>
          <a:prstGeom prst="rect">
            <a:avLst/>
          </a:prstGeom>
          <a:solidFill>
            <a:srgbClr val="1A1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F&amp;O traders who've lost money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 Asia-Pacific financial literacy market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2103120"/>
          </a:xfrm>
          <a:prstGeom prst="rect">
            <a:avLst/>
          </a:prstGeom>
          <a:solidFill>
            <a:srgbClr val="1A1A1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traders in Year 1 (free)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conversion = 25K paying users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84048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Market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$4.37B (2024) &gt; $12.75B (2033) | 12.8% CAGR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384048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Apps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$31.7B (2025) &gt; $173.6B (2035) | 20.8% CAGR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Make Money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1097280" cy="2286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xQuit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 &amp; trust building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Science-backed recovery program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6032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188720"/>
            <a:ext cx="10972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xTree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$5-15/mo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courses &amp; simulations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education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56032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188720"/>
            <a:ext cx="1097280" cy="2286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188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XALL 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$20-50/mo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analysis, tax optimization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insights, budget automation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partnerships with brokerages, banks, and fintechs for responsible trading programs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Not Just Another Finance 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only, no behavioral intervention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Rewards-based, no financial planning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Money / Groww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Investment-first, ignore the addiction problem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Gambling Recovery Apps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788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finance-specific, Western-focused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594360"/>
          </a:xfrm>
          <a:prstGeom prst="rect">
            <a:avLst/>
          </a:prstGeom>
          <a:solidFill>
            <a:srgbClr val="1A1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661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XALL's Moat: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that starts with addiction recovery, then education, then autonomous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meet users where they are: in pain. Then we guide them to wealth."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Shubham Hudda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AVP, Crypto Growth &amp; BD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Ajaib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SoftBank/YC-backed fintech unicorn, Indonesia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Ecosystem Lead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CoinSwitch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2057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crypto exchange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80467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Member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investor backed by Reid Hoffman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NoBroker, BYJU'S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High-growth Indian startups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trading firm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9202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years in crypto &amp; fintech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4160520"/>
            <a:ext cx="19202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MNIT Jaipur alumnus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19202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the trading world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4160520"/>
            <a:ext cx="19202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founder, building lean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&amp; Where We're Going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1188720"/>
            <a:ext cx="0" cy="320040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207008"/>
            <a:ext cx="274320" cy="27432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6400800" cy="502920"/>
          </a:xfrm>
          <a:prstGeom prst="rect">
            <a:avLst/>
          </a:prstGeom>
          <a:solidFill>
            <a:srgbClr val="0D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xQuit MVP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097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CBT program at xquit.in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865376"/>
            <a:ext cx="274320" cy="2743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755648"/>
            <a:ext cx="64008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755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755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10K signups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2523744"/>
            <a:ext cx="274320" cy="2743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140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414016"/>
            <a:ext cx="64008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4140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 Beta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4140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education: gold, oil trading basics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08760" y="3182112"/>
            <a:ext cx="274320" cy="2743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3072384"/>
            <a:ext cx="64008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0723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XALL Agent Alpha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0723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ingestion, basic insights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08760" y="3840480"/>
            <a:ext cx="274320" cy="2743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730752"/>
            <a:ext cx="64008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730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XALL Launch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7307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agent, tax optimization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$500K pre-seed to hire, scale xQuit marketing, and build xTree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$500K Pre-Seed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97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
</a:t>
            </a:r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xTree + XALL agent foundation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UA
</a:t>
            </a:r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xQuit virally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2377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0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
</a:t>
            </a:r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education modules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
</a:t>
            </a:r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admin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3657600"/>
            <a:ext cx="39319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xQuit users + 2.5K xTree beta users by EOY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us turn India's biggest financial addiction into its biggest financial literacy movement."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XALL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addiction  &gt;  education  &gt;  autonomy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@shubhamhudda  |  xquit.in  |  linkedin.com/in/imhudda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XALL - Your Personal Financial Agent</dc:title>
  <dc:subject>PptxGenJS Presentation</dc:subject>
  <dc:creator>Shubham Hudda</dc:creator>
  <cp:lastModifiedBy>Shubham Hudda</cp:lastModifiedBy>
  <cp:revision>1</cp:revision>
  <dcterms:created xsi:type="dcterms:W3CDTF">2026-04-01T05:33:41Z</dcterms:created>
  <dcterms:modified xsi:type="dcterms:W3CDTF">2026-04-01T05:33:41Z</dcterms:modified>
</cp:coreProperties>
</file>